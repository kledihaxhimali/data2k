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7D7A1-7024-46AB-86D8-72FAF7F3F0DD}" type="doc">
      <dgm:prSet loTypeId="urn:microsoft.com/office/officeart/2005/8/layout/process1" loCatId="process" qsTypeId="urn:microsoft.com/office/officeart/2005/8/quickstyle/simple1" qsCatId="simple" csTypeId="urn:microsoft.com/office/officeart/2005/8/colors/accent0_2" csCatId="mainScheme" phldr="1"/>
      <dgm:spPr/>
    </dgm:pt>
    <dgm:pt modelId="{8F29FA8B-C938-410F-B638-B9C4664B1FCB}">
      <dgm:prSet phldrT="[Text]"/>
      <dgm:spPr/>
      <dgm:t>
        <a:bodyPr/>
        <a:lstStyle/>
        <a:p>
          <a:r>
            <a:rPr lang="en-US" b="1" dirty="0"/>
            <a:t>Data Reading</a:t>
          </a:r>
        </a:p>
      </dgm:t>
    </dgm:pt>
    <dgm:pt modelId="{A254E1BE-29E2-4D55-BBC1-7DD6ECE4421D}" type="parTrans" cxnId="{08833492-BBD1-4C20-8C6B-618042E848B3}">
      <dgm:prSet/>
      <dgm:spPr/>
      <dgm:t>
        <a:bodyPr/>
        <a:lstStyle/>
        <a:p>
          <a:endParaRPr lang="en-US"/>
        </a:p>
      </dgm:t>
    </dgm:pt>
    <dgm:pt modelId="{97ADC042-BFDB-4B68-A2F1-0F8BAA712022}" type="sibTrans" cxnId="{08833492-BBD1-4C20-8C6B-618042E848B3}">
      <dgm:prSet/>
      <dgm:spPr/>
      <dgm:t>
        <a:bodyPr/>
        <a:lstStyle/>
        <a:p>
          <a:endParaRPr lang="en-US"/>
        </a:p>
      </dgm:t>
    </dgm:pt>
    <dgm:pt modelId="{329F5A01-6550-4511-B433-74E14D5C8817}">
      <dgm:prSet phldrT="[Text]"/>
      <dgm:spPr/>
      <dgm:t>
        <a:bodyPr/>
        <a:lstStyle/>
        <a:p>
          <a:r>
            <a:rPr lang="en-US" b="1" dirty="0"/>
            <a:t>Column-Wise Partitioning</a:t>
          </a:r>
        </a:p>
      </dgm:t>
    </dgm:pt>
    <dgm:pt modelId="{16F8F523-36A2-43E0-9438-FB453942F6BD}" type="parTrans" cxnId="{297F8B27-C59C-444C-9E36-3D80507E74E9}">
      <dgm:prSet/>
      <dgm:spPr/>
      <dgm:t>
        <a:bodyPr/>
        <a:lstStyle/>
        <a:p>
          <a:endParaRPr lang="en-US"/>
        </a:p>
      </dgm:t>
    </dgm:pt>
    <dgm:pt modelId="{A7893CC3-3149-4879-92F4-4520B29A5AC7}" type="sibTrans" cxnId="{297F8B27-C59C-444C-9E36-3D80507E74E9}">
      <dgm:prSet/>
      <dgm:spPr/>
      <dgm:t>
        <a:bodyPr/>
        <a:lstStyle/>
        <a:p>
          <a:endParaRPr lang="en-US"/>
        </a:p>
      </dgm:t>
    </dgm:pt>
    <dgm:pt modelId="{C5661FC3-CF9A-4310-92DC-1F32613304A0}">
      <dgm:prSet phldrT="[Text]"/>
      <dgm:spPr/>
      <dgm:t>
        <a:bodyPr/>
        <a:lstStyle/>
        <a:p>
          <a:r>
            <a:rPr lang="en-US" b="1" dirty="0"/>
            <a:t>Distinct Value Collection and Distribution</a:t>
          </a:r>
        </a:p>
      </dgm:t>
    </dgm:pt>
    <dgm:pt modelId="{43FF30B9-5F97-4098-9232-FCFCCA6F21D1}" type="parTrans" cxnId="{E3C3D583-A481-4ADF-8C67-3F6B0BF07D21}">
      <dgm:prSet/>
      <dgm:spPr/>
      <dgm:t>
        <a:bodyPr/>
        <a:lstStyle/>
        <a:p>
          <a:endParaRPr lang="en-US"/>
        </a:p>
      </dgm:t>
    </dgm:pt>
    <dgm:pt modelId="{AA3876CB-00E1-44EF-B577-23C17AC82F73}" type="sibTrans" cxnId="{E3C3D583-A481-4ADF-8C67-3F6B0BF07D21}">
      <dgm:prSet/>
      <dgm:spPr/>
      <dgm:t>
        <a:bodyPr/>
        <a:lstStyle/>
        <a:p>
          <a:endParaRPr lang="en-US"/>
        </a:p>
      </dgm:t>
    </dgm:pt>
    <dgm:pt modelId="{2A108E71-4F48-41DB-9952-3B25223A2F8A}">
      <dgm:prSet phldrT="[Text]"/>
      <dgm:spPr/>
      <dgm:t>
        <a:bodyPr/>
        <a:lstStyle/>
        <a:p>
          <a:r>
            <a:rPr lang="en-US" b="1" dirty="0"/>
            <a:t>Result Collection</a:t>
          </a:r>
        </a:p>
      </dgm:t>
    </dgm:pt>
    <dgm:pt modelId="{1915FC36-3A9A-41D1-BCAA-E003756A65F1}" type="parTrans" cxnId="{4C75ADCA-78F8-4CDE-B073-34225417F945}">
      <dgm:prSet/>
      <dgm:spPr/>
      <dgm:t>
        <a:bodyPr/>
        <a:lstStyle/>
        <a:p>
          <a:endParaRPr lang="en-US"/>
        </a:p>
      </dgm:t>
    </dgm:pt>
    <dgm:pt modelId="{0515722F-7658-41AF-AB37-E7A73FF6BE76}" type="sibTrans" cxnId="{4C75ADCA-78F8-4CDE-B073-34225417F945}">
      <dgm:prSet/>
      <dgm:spPr/>
      <dgm:t>
        <a:bodyPr/>
        <a:lstStyle/>
        <a:p>
          <a:endParaRPr lang="en-US"/>
        </a:p>
      </dgm:t>
    </dgm:pt>
    <dgm:pt modelId="{950D0364-FA52-45F3-AF9F-C71E54652AF9}">
      <dgm:prSet phldrT="[Text]"/>
      <dgm:spPr/>
      <dgm:t>
        <a:bodyPr/>
        <a:lstStyle/>
        <a:p>
          <a:r>
            <a:rPr lang="en-US" b="1" dirty="0"/>
            <a:t>IND</a:t>
          </a:r>
          <a:r>
            <a:rPr lang="en-US" b="1" baseline="0" dirty="0"/>
            <a:t> Candidate Pruning and  Distribution</a:t>
          </a:r>
          <a:endParaRPr lang="en-US" b="1" dirty="0"/>
        </a:p>
      </dgm:t>
    </dgm:pt>
    <dgm:pt modelId="{BC4E8CF0-C5C5-4CD2-8880-9C2C7E119685}" type="parTrans" cxnId="{34A79CD7-E7C3-46DB-BD43-150A17170213}">
      <dgm:prSet/>
      <dgm:spPr/>
      <dgm:t>
        <a:bodyPr/>
        <a:lstStyle/>
        <a:p>
          <a:endParaRPr lang="en-US"/>
        </a:p>
      </dgm:t>
    </dgm:pt>
    <dgm:pt modelId="{A169D312-2EBE-4E7B-86D6-03584273E487}" type="sibTrans" cxnId="{34A79CD7-E7C3-46DB-BD43-150A17170213}">
      <dgm:prSet/>
      <dgm:spPr/>
      <dgm:t>
        <a:bodyPr/>
        <a:lstStyle/>
        <a:p>
          <a:endParaRPr lang="en-US"/>
        </a:p>
      </dgm:t>
    </dgm:pt>
    <dgm:pt modelId="{8E1C31C6-90CF-4C72-84DD-8C9A39E5A1F1}">
      <dgm:prSet phldrT="[Text]"/>
      <dgm:spPr/>
      <dgm:t>
        <a:bodyPr/>
        <a:lstStyle/>
        <a:p>
          <a:r>
            <a:rPr lang="en-US" b="1" dirty="0"/>
            <a:t>IND Validation</a:t>
          </a:r>
        </a:p>
      </dgm:t>
    </dgm:pt>
    <dgm:pt modelId="{A1049D7B-A105-49B4-99CB-EA9412D9984B}" type="parTrans" cxnId="{C444686D-6807-4512-B457-AEB2320131EE}">
      <dgm:prSet/>
      <dgm:spPr/>
      <dgm:t>
        <a:bodyPr/>
        <a:lstStyle/>
        <a:p>
          <a:endParaRPr lang="en-US"/>
        </a:p>
      </dgm:t>
    </dgm:pt>
    <dgm:pt modelId="{A155E6EE-B1CD-4B09-A6D8-97657777C661}" type="sibTrans" cxnId="{C444686D-6807-4512-B457-AEB2320131EE}">
      <dgm:prSet/>
      <dgm:spPr/>
      <dgm:t>
        <a:bodyPr/>
        <a:lstStyle/>
        <a:p>
          <a:endParaRPr lang="en-US"/>
        </a:p>
      </dgm:t>
    </dgm:pt>
    <dgm:pt modelId="{EE1F488D-278D-4AED-BDCE-9D08EB5FEE7E}" type="pres">
      <dgm:prSet presAssocID="{6E97D7A1-7024-46AB-86D8-72FAF7F3F0DD}" presName="Name0" presStyleCnt="0">
        <dgm:presLayoutVars>
          <dgm:dir/>
          <dgm:resizeHandles val="exact"/>
        </dgm:presLayoutVars>
      </dgm:prSet>
      <dgm:spPr/>
    </dgm:pt>
    <dgm:pt modelId="{A73DE93E-6EE4-45C3-BD96-AD266EF71EB6}" type="pres">
      <dgm:prSet presAssocID="{8F29FA8B-C938-410F-B638-B9C4664B1FCB}" presName="node" presStyleLbl="node1" presStyleIdx="0" presStyleCnt="6">
        <dgm:presLayoutVars>
          <dgm:bulletEnabled val="1"/>
        </dgm:presLayoutVars>
      </dgm:prSet>
      <dgm:spPr/>
    </dgm:pt>
    <dgm:pt modelId="{76893EDF-DE50-42DF-887A-FE04A93C1780}" type="pres">
      <dgm:prSet presAssocID="{97ADC042-BFDB-4B68-A2F1-0F8BAA712022}" presName="sibTrans" presStyleLbl="sibTrans2D1" presStyleIdx="0" presStyleCnt="5"/>
      <dgm:spPr/>
    </dgm:pt>
    <dgm:pt modelId="{2191F7D2-2E77-40EC-880C-35A10E523216}" type="pres">
      <dgm:prSet presAssocID="{97ADC042-BFDB-4B68-A2F1-0F8BAA712022}" presName="connectorText" presStyleLbl="sibTrans2D1" presStyleIdx="0" presStyleCnt="5"/>
      <dgm:spPr/>
    </dgm:pt>
    <dgm:pt modelId="{5987210E-CA50-4638-BD62-7106BA690E80}" type="pres">
      <dgm:prSet presAssocID="{329F5A01-6550-4511-B433-74E14D5C8817}" presName="node" presStyleLbl="node1" presStyleIdx="1" presStyleCnt="6">
        <dgm:presLayoutVars>
          <dgm:bulletEnabled val="1"/>
        </dgm:presLayoutVars>
      </dgm:prSet>
      <dgm:spPr/>
    </dgm:pt>
    <dgm:pt modelId="{E467C528-9160-44D8-A9C5-843D571F43C9}" type="pres">
      <dgm:prSet presAssocID="{A7893CC3-3149-4879-92F4-4520B29A5AC7}" presName="sibTrans" presStyleLbl="sibTrans2D1" presStyleIdx="1" presStyleCnt="5"/>
      <dgm:spPr/>
    </dgm:pt>
    <dgm:pt modelId="{6B31AB19-844E-47ED-A4FC-34C17E21D3B2}" type="pres">
      <dgm:prSet presAssocID="{A7893CC3-3149-4879-92F4-4520B29A5AC7}" presName="connectorText" presStyleLbl="sibTrans2D1" presStyleIdx="1" presStyleCnt="5"/>
      <dgm:spPr/>
    </dgm:pt>
    <dgm:pt modelId="{16CCE71F-9680-4E14-861C-2F8419431B66}" type="pres">
      <dgm:prSet presAssocID="{C5661FC3-CF9A-4310-92DC-1F32613304A0}" presName="node" presStyleLbl="node1" presStyleIdx="2" presStyleCnt="6">
        <dgm:presLayoutVars>
          <dgm:bulletEnabled val="1"/>
        </dgm:presLayoutVars>
      </dgm:prSet>
      <dgm:spPr/>
    </dgm:pt>
    <dgm:pt modelId="{F15FD1D3-55EA-4DA5-8512-52FB27B69F80}" type="pres">
      <dgm:prSet presAssocID="{AA3876CB-00E1-44EF-B577-23C17AC82F73}" presName="sibTrans" presStyleLbl="sibTrans2D1" presStyleIdx="2" presStyleCnt="5"/>
      <dgm:spPr/>
    </dgm:pt>
    <dgm:pt modelId="{D6CD543F-0036-4FA0-B47E-BF514E2B903F}" type="pres">
      <dgm:prSet presAssocID="{AA3876CB-00E1-44EF-B577-23C17AC82F73}" presName="connectorText" presStyleLbl="sibTrans2D1" presStyleIdx="2" presStyleCnt="5"/>
      <dgm:spPr/>
    </dgm:pt>
    <dgm:pt modelId="{C9FF7CEF-C3B3-402D-80FB-4D0CB174A04B}" type="pres">
      <dgm:prSet presAssocID="{950D0364-FA52-45F3-AF9F-C71E54652AF9}" presName="node" presStyleLbl="node1" presStyleIdx="3" presStyleCnt="6">
        <dgm:presLayoutVars>
          <dgm:bulletEnabled val="1"/>
        </dgm:presLayoutVars>
      </dgm:prSet>
      <dgm:spPr/>
    </dgm:pt>
    <dgm:pt modelId="{4E257D6B-AFCE-448D-A9F8-5FFCBF5F7B66}" type="pres">
      <dgm:prSet presAssocID="{A169D312-2EBE-4E7B-86D6-03584273E487}" presName="sibTrans" presStyleLbl="sibTrans2D1" presStyleIdx="3" presStyleCnt="5"/>
      <dgm:spPr/>
    </dgm:pt>
    <dgm:pt modelId="{7FC53B25-EDBA-4E10-A270-CC67D1E352D9}" type="pres">
      <dgm:prSet presAssocID="{A169D312-2EBE-4E7B-86D6-03584273E487}" presName="connectorText" presStyleLbl="sibTrans2D1" presStyleIdx="3" presStyleCnt="5"/>
      <dgm:spPr/>
    </dgm:pt>
    <dgm:pt modelId="{3C1CDD45-E579-4460-B5BD-E8C2D1A79A7D}" type="pres">
      <dgm:prSet presAssocID="{8E1C31C6-90CF-4C72-84DD-8C9A39E5A1F1}" presName="node" presStyleLbl="node1" presStyleIdx="4" presStyleCnt="6">
        <dgm:presLayoutVars>
          <dgm:bulletEnabled val="1"/>
        </dgm:presLayoutVars>
      </dgm:prSet>
      <dgm:spPr/>
    </dgm:pt>
    <dgm:pt modelId="{ADE82AA2-DEBA-4A9C-BB60-0D6BBC1B089E}" type="pres">
      <dgm:prSet presAssocID="{A155E6EE-B1CD-4B09-A6D8-97657777C661}" presName="sibTrans" presStyleLbl="sibTrans2D1" presStyleIdx="4" presStyleCnt="5"/>
      <dgm:spPr/>
    </dgm:pt>
    <dgm:pt modelId="{A4D9CDFA-0F20-4F77-8D1B-4BFFD2C1AB52}" type="pres">
      <dgm:prSet presAssocID="{A155E6EE-B1CD-4B09-A6D8-97657777C661}" presName="connectorText" presStyleLbl="sibTrans2D1" presStyleIdx="4" presStyleCnt="5"/>
      <dgm:spPr/>
    </dgm:pt>
    <dgm:pt modelId="{837FB388-A209-48E5-ADCB-6C9615197009}" type="pres">
      <dgm:prSet presAssocID="{2A108E71-4F48-41DB-9952-3B25223A2F8A}" presName="node" presStyleLbl="node1" presStyleIdx="5" presStyleCnt="6">
        <dgm:presLayoutVars>
          <dgm:bulletEnabled val="1"/>
        </dgm:presLayoutVars>
      </dgm:prSet>
      <dgm:spPr/>
    </dgm:pt>
  </dgm:ptLst>
  <dgm:cxnLst>
    <dgm:cxn modelId="{57078F07-5160-4ECE-A11A-660F77D6ADCA}" type="presOf" srcId="{8E1C31C6-90CF-4C72-84DD-8C9A39E5A1F1}" destId="{3C1CDD45-E579-4460-B5BD-E8C2D1A79A7D}" srcOrd="0" destOrd="0" presId="urn:microsoft.com/office/officeart/2005/8/layout/process1"/>
    <dgm:cxn modelId="{BEC1251F-108D-4B67-8FBD-C482F3EFDA55}" type="presOf" srcId="{A155E6EE-B1CD-4B09-A6D8-97657777C661}" destId="{ADE82AA2-DEBA-4A9C-BB60-0D6BBC1B089E}" srcOrd="0" destOrd="0" presId="urn:microsoft.com/office/officeart/2005/8/layout/process1"/>
    <dgm:cxn modelId="{297F8B27-C59C-444C-9E36-3D80507E74E9}" srcId="{6E97D7A1-7024-46AB-86D8-72FAF7F3F0DD}" destId="{329F5A01-6550-4511-B433-74E14D5C8817}" srcOrd="1" destOrd="0" parTransId="{16F8F523-36A2-43E0-9438-FB453942F6BD}" sibTransId="{A7893CC3-3149-4879-92F4-4520B29A5AC7}"/>
    <dgm:cxn modelId="{6E0C3F42-F906-42B8-A63C-B9EF13EE5998}" type="presOf" srcId="{950D0364-FA52-45F3-AF9F-C71E54652AF9}" destId="{C9FF7CEF-C3B3-402D-80FB-4D0CB174A04B}" srcOrd="0" destOrd="0" presId="urn:microsoft.com/office/officeart/2005/8/layout/process1"/>
    <dgm:cxn modelId="{34F5334A-E11F-4AD9-B86D-5F043E2F3C0E}" type="presOf" srcId="{A169D312-2EBE-4E7B-86D6-03584273E487}" destId="{7FC53B25-EDBA-4E10-A270-CC67D1E352D9}" srcOrd="1" destOrd="0" presId="urn:microsoft.com/office/officeart/2005/8/layout/process1"/>
    <dgm:cxn modelId="{C444686D-6807-4512-B457-AEB2320131EE}" srcId="{6E97D7A1-7024-46AB-86D8-72FAF7F3F0DD}" destId="{8E1C31C6-90CF-4C72-84DD-8C9A39E5A1F1}" srcOrd="4" destOrd="0" parTransId="{A1049D7B-A105-49B4-99CB-EA9412D9984B}" sibTransId="{A155E6EE-B1CD-4B09-A6D8-97657777C661}"/>
    <dgm:cxn modelId="{F4994353-D4C1-4BA5-B9BE-C6822572C1B0}" type="presOf" srcId="{A7893CC3-3149-4879-92F4-4520B29A5AC7}" destId="{6B31AB19-844E-47ED-A4FC-34C17E21D3B2}" srcOrd="1" destOrd="0" presId="urn:microsoft.com/office/officeart/2005/8/layout/process1"/>
    <dgm:cxn modelId="{3EE64F7A-C7FC-4F43-9B52-97E47A029741}" type="presOf" srcId="{C5661FC3-CF9A-4310-92DC-1F32613304A0}" destId="{16CCE71F-9680-4E14-861C-2F8419431B66}" srcOrd="0" destOrd="0" presId="urn:microsoft.com/office/officeart/2005/8/layout/process1"/>
    <dgm:cxn modelId="{0E2CB05A-FC24-4FBF-9760-0FD7DA636229}" type="presOf" srcId="{8F29FA8B-C938-410F-B638-B9C4664B1FCB}" destId="{A73DE93E-6EE4-45C3-BD96-AD266EF71EB6}" srcOrd="0" destOrd="0" presId="urn:microsoft.com/office/officeart/2005/8/layout/process1"/>
    <dgm:cxn modelId="{2AF2D37C-3702-43A1-B179-3B2FDF631D03}" type="presOf" srcId="{AA3876CB-00E1-44EF-B577-23C17AC82F73}" destId="{F15FD1D3-55EA-4DA5-8512-52FB27B69F80}" srcOrd="0" destOrd="0" presId="urn:microsoft.com/office/officeart/2005/8/layout/process1"/>
    <dgm:cxn modelId="{E3C3D583-A481-4ADF-8C67-3F6B0BF07D21}" srcId="{6E97D7A1-7024-46AB-86D8-72FAF7F3F0DD}" destId="{C5661FC3-CF9A-4310-92DC-1F32613304A0}" srcOrd="2" destOrd="0" parTransId="{43FF30B9-5F97-4098-9232-FCFCCA6F21D1}" sibTransId="{AA3876CB-00E1-44EF-B577-23C17AC82F73}"/>
    <dgm:cxn modelId="{976B2C88-4506-4CD1-8E80-0E211A651B6D}" type="presOf" srcId="{A7893CC3-3149-4879-92F4-4520B29A5AC7}" destId="{E467C528-9160-44D8-A9C5-843D571F43C9}" srcOrd="0" destOrd="0" presId="urn:microsoft.com/office/officeart/2005/8/layout/process1"/>
    <dgm:cxn modelId="{08833492-BBD1-4C20-8C6B-618042E848B3}" srcId="{6E97D7A1-7024-46AB-86D8-72FAF7F3F0DD}" destId="{8F29FA8B-C938-410F-B638-B9C4664B1FCB}" srcOrd="0" destOrd="0" parTransId="{A254E1BE-29E2-4D55-BBC1-7DD6ECE4421D}" sibTransId="{97ADC042-BFDB-4B68-A2F1-0F8BAA712022}"/>
    <dgm:cxn modelId="{2E771D96-6EEC-4639-8F62-C81C44A60D3B}" type="presOf" srcId="{97ADC042-BFDB-4B68-A2F1-0F8BAA712022}" destId="{2191F7D2-2E77-40EC-880C-35A10E523216}" srcOrd="1" destOrd="0" presId="urn:microsoft.com/office/officeart/2005/8/layout/process1"/>
    <dgm:cxn modelId="{213986A7-E61B-4ED2-AB9A-94DE86F688C9}" type="presOf" srcId="{AA3876CB-00E1-44EF-B577-23C17AC82F73}" destId="{D6CD543F-0036-4FA0-B47E-BF514E2B903F}" srcOrd="1" destOrd="0" presId="urn:microsoft.com/office/officeart/2005/8/layout/process1"/>
    <dgm:cxn modelId="{43FA98B4-7FE1-4597-9F4E-16817716DF6C}" type="presOf" srcId="{6E97D7A1-7024-46AB-86D8-72FAF7F3F0DD}" destId="{EE1F488D-278D-4AED-BDCE-9D08EB5FEE7E}" srcOrd="0" destOrd="0" presId="urn:microsoft.com/office/officeart/2005/8/layout/process1"/>
    <dgm:cxn modelId="{499269B5-DE76-4445-9277-1AD5EDE11B34}" type="presOf" srcId="{2A108E71-4F48-41DB-9952-3B25223A2F8A}" destId="{837FB388-A209-48E5-ADCB-6C9615197009}" srcOrd="0" destOrd="0" presId="urn:microsoft.com/office/officeart/2005/8/layout/process1"/>
    <dgm:cxn modelId="{ADE72CBD-1824-48BD-A160-4DE4BBB3983A}" type="presOf" srcId="{329F5A01-6550-4511-B433-74E14D5C8817}" destId="{5987210E-CA50-4638-BD62-7106BA690E80}" srcOrd="0" destOrd="0" presId="urn:microsoft.com/office/officeart/2005/8/layout/process1"/>
    <dgm:cxn modelId="{4C75ADCA-78F8-4CDE-B073-34225417F945}" srcId="{6E97D7A1-7024-46AB-86D8-72FAF7F3F0DD}" destId="{2A108E71-4F48-41DB-9952-3B25223A2F8A}" srcOrd="5" destOrd="0" parTransId="{1915FC36-3A9A-41D1-BCAA-E003756A65F1}" sibTransId="{0515722F-7658-41AF-AB37-E7A73FF6BE76}"/>
    <dgm:cxn modelId="{34A79CD7-E7C3-46DB-BD43-150A17170213}" srcId="{6E97D7A1-7024-46AB-86D8-72FAF7F3F0DD}" destId="{950D0364-FA52-45F3-AF9F-C71E54652AF9}" srcOrd="3" destOrd="0" parTransId="{BC4E8CF0-C5C5-4CD2-8880-9C2C7E119685}" sibTransId="{A169D312-2EBE-4E7B-86D6-03584273E487}"/>
    <dgm:cxn modelId="{6ECCE1D8-C80F-4738-90EF-12CC12B38EE2}" type="presOf" srcId="{A169D312-2EBE-4E7B-86D6-03584273E487}" destId="{4E257D6B-AFCE-448D-A9F8-5FFCBF5F7B66}" srcOrd="0" destOrd="0" presId="urn:microsoft.com/office/officeart/2005/8/layout/process1"/>
    <dgm:cxn modelId="{0651F6D8-1036-4655-AD18-79FA898BAB7D}" type="presOf" srcId="{97ADC042-BFDB-4B68-A2F1-0F8BAA712022}" destId="{76893EDF-DE50-42DF-887A-FE04A93C1780}" srcOrd="0" destOrd="0" presId="urn:microsoft.com/office/officeart/2005/8/layout/process1"/>
    <dgm:cxn modelId="{64CCA1F7-D800-425A-BB41-9C93A3219E15}" type="presOf" srcId="{A155E6EE-B1CD-4B09-A6D8-97657777C661}" destId="{A4D9CDFA-0F20-4F77-8D1B-4BFFD2C1AB52}" srcOrd="1" destOrd="0" presId="urn:microsoft.com/office/officeart/2005/8/layout/process1"/>
    <dgm:cxn modelId="{A2F1E19F-B1BA-45A8-8805-E1D86B6EA5F7}" type="presParOf" srcId="{EE1F488D-278D-4AED-BDCE-9D08EB5FEE7E}" destId="{A73DE93E-6EE4-45C3-BD96-AD266EF71EB6}" srcOrd="0" destOrd="0" presId="urn:microsoft.com/office/officeart/2005/8/layout/process1"/>
    <dgm:cxn modelId="{D97A83A8-FAA3-44FE-BA83-25DD6D781A76}" type="presParOf" srcId="{EE1F488D-278D-4AED-BDCE-9D08EB5FEE7E}" destId="{76893EDF-DE50-42DF-887A-FE04A93C1780}" srcOrd="1" destOrd="0" presId="urn:microsoft.com/office/officeart/2005/8/layout/process1"/>
    <dgm:cxn modelId="{97970DEA-478B-4B12-A3A6-152885A1BE1E}" type="presParOf" srcId="{76893EDF-DE50-42DF-887A-FE04A93C1780}" destId="{2191F7D2-2E77-40EC-880C-35A10E523216}" srcOrd="0" destOrd="0" presId="urn:microsoft.com/office/officeart/2005/8/layout/process1"/>
    <dgm:cxn modelId="{19D4F9F0-8CDD-409C-B884-273FE2FE543D}" type="presParOf" srcId="{EE1F488D-278D-4AED-BDCE-9D08EB5FEE7E}" destId="{5987210E-CA50-4638-BD62-7106BA690E80}" srcOrd="2" destOrd="0" presId="urn:microsoft.com/office/officeart/2005/8/layout/process1"/>
    <dgm:cxn modelId="{DAB2681C-7D6B-4012-B14C-09B9A6F5FAFB}" type="presParOf" srcId="{EE1F488D-278D-4AED-BDCE-9D08EB5FEE7E}" destId="{E467C528-9160-44D8-A9C5-843D571F43C9}" srcOrd="3" destOrd="0" presId="urn:microsoft.com/office/officeart/2005/8/layout/process1"/>
    <dgm:cxn modelId="{9CFAF5A9-8CA7-49E8-B65A-E5AA63DDADDE}" type="presParOf" srcId="{E467C528-9160-44D8-A9C5-843D571F43C9}" destId="{6B31AB19-844E-47ED-A4FC-34C17E21D3B2}" srcOrd="0" destOrd="0" presId="urn:microsoft.com/office/officeart/2005/8/layout/process1"/>
    <dgm:cxn modelId="{9BC159A0-F37B-4168-94B1-1F09F6403F42}" type="presParOf" srcId="{EE1F488D-278D-4AED-BDCE-9D08EB5FEE7E}" destId="{16CCE71F-9680-4E14-861C-2F8419431B66}" srcOrd="4" destOrd="0" presId="urn:microsoft.com/office/officeart/2005/8/layout/process1"/>
    <dgm:cxn modelId="{A78D2930-45A6-47D6-9E87-F638713C336A}" type="presParOf" srcId="{EE1F488D-278D-4AED-BDCE-9D08EB5FEE7E}" destId="{F15FD1D3-55EA-4DA5-8512-52FB27B69F80}" srcOrd="5" destOrd="0" presId="urn:microsoft.com/office/officeart/2005/8/layout/process1"/>
    <dgm:cxn modelId="{B178324E-D593-419C-BEB4-570084C51152}" type="presParOf" srcId="{F15FD1D3-55EA-4DA5-8512-52FB27B69F80}" destId="{D6CD543F-0036-4FA0-B47E-BF514E2B903F}" srcOrd="0" destOrd="0" presId="urn:microsoft.com/office/officeart/2005/8/layout/process1"/>
    <dgm:cxn modelId="{A1930FC0-6B1F-4F29-9B93-703FBDED2922}" type="presParOf" srcId="{EE1F488D-278D-4AED-BDCE-9D08EB5FEE7E}" destId="{C9FF7CEF-C3B3-402D-80FB-4D0CB174A04B}" srcOrd="6" destOrd="0" presId="urn:microsoft.com/office/officeart/2005/8/layout/process1"/>
    <dgm:cxn modelId="{F4985F92-EBE6-463E-8B3D-6DBC4D37624D}" type="presParOf" srcId="{EE1F488D-278D-4AED-BDCE-9D08EB5FEE7E}" destId="{4E257D6B-AFCE-448D-A9F8-5FFCBF5F7B66}" srcOrd="7" destOrd="0" presId="urn:microsoft.com/office/officeart/2005/8/layout/process1"/>
    <dgm:cxn modelId="{9B7519E1-E8C3-4FF3-8771-A54D3334E402}" type="presParOf" srcId="{4E257D6B-AFCE-448D-A9F8-5FFCBF5F7B66}" destId="{7FC53B25-EDBA-4E10-A270-CC67D1E352D9}" srcOrd="0" destOrd="0" presId="urn:microsoft.com/office/officeart/2005/8/layout/process1"/>
    <dgm:cxn modelId="{C6DCF438-4A25-407A-A1EC-C99801416952}" type="presParOf" srcId="{EE1F488D-278D-4AED-BDCE-9D08EB5FEE7E}" destId="{3C1CDD45-E579-4460-B5BD-E8C2D1A79A7D}" srcOrd="8" destOrd="0" presId="urn:microsoft.com/office/officeart/2005/8/layout/process1"/>
    <dgm:cxn modelId="{F1086CFA-6292-4E1C-8180-6085FD3C2325}" type="presParOf" srcId="{EE1F488D-278D-4AED-BDCE-9D08EB5FEE7E}" destId="{ADE82AA2-DEBA-4A9C-BB60-0D6BBC1B089E}" srcOrd="9" destOrd="0" presId="urn:microsoft.com/office/officeart/2005/8/layout/process1"/>
    <dgm:cxn modelId="{70D80EEF-B63A-45AD-90DB-AF2207062F75}" type="presParOf" srcId="{ADE82AA2-DEBA-4A9C-BB60-0D6BBC1B089E}" destId="{A4D9CDFA-0F20-4F77-8D1B-4BFFD2C1AB52}" srcOrd="0" destOrd="0" presId="urn:microsoft.com/office/officeart/2005/8/layout/process1"/>
    <dgm:cxn modelId="{CBB71DA7-9280-4F5D-9BE5-EF103DDCC043}" type="presParOf" srcId="{EE1F488D-278D-4AED-BDCE-9D08EB5FEE7E}" destId="{837FB388-A209-48E5-ADCB-6C9615197009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3DE93E-6EE4-45C3-BD96-AD266EF71EB6}">
      <dsp:nvSpPr>
        <dsp:cNvPr id="0" name=""/>
        <dsp:cNvSpPr/>
      </dsp:nvSpPr>
      <dsp:spPr>
        <a:xfrm>
          <a:off x="0" y="1133905"/>
          <a:ext cx="1397530" cy="12708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Data Reading</a:t>
          </a:r>
        </a:p>
      </dsp:txBody>
      <dsp:txXfrm>
        <a:off x="37223" y="1171128"/>
        <a:ext cx="1323084" cy="1196433"/>
      </dsp:txXfrm>
    </dsp:sp>
    <dsp:sp modelId="{76893EDF-DE50-42DF-887A-FE04A93C1780}">
      <dsp:nvSpPr>
        <dsp:cNvPr id="0" name=""/>
        <dsp:cNvSpPr/>
      </dsp:nvSpPr>
      <dsp:spPr>
        <a:xfrm>
          <a:off x="1537283" y="1596051"/>
          <a:ext cx="296276" cy="3465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537283" y="1665368"/>
        <a:ext cx="207393" cy="207953"/>
      </dsp:txXfrm>
    </dsp:sp>
    <dsp:sp modelId="{5987210E-CA50-4638-BD62-7106BA690E80}">
      <dsp:nvSpPr>
        <dsp:cNvPr id="0" name=""/>
        <dsp:cNvSpPr/>
      </dsp:nvSpPr>
      <dsp:spPr>
        <a:xfrm>
          <a:off x="1956542" y="1133905"/>
          <a:ext cx="1397530" cy="12708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Column-Wise Partitioning</a:t>
          </a:r>
        </a:p>
      </dsp:txBody>
      <dsp:txXfrm>
        <a:off x="1993765" y="1171128"/>
        <a:ext cx="1323084" cy="1196433"/>
      </dsp:txXfrm>
    </dsp:sp>
    <dsp:sp modelId="{E467C528-9160-44D8-A9C5-843D571F43C9}">
      <dsp:nvSpPr>
        <dsp:cNvPr id="0" name=""/>
        <dsp:cNvSpPr/>
      </dsp:nvSpPr>
      <dsp:spPr>
        <a:xfrm>
          <a:off x="3493826" y="1596051"/>
          <a:ext cx="296276" cy="3465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493826" y="1665368"/>
        <a:ext cx="207393" cy="207953"/>
      </dsp:txXfrm>
    </dsp:sp>
    <dsp:sp modelId="{16CCE71F-9680-4E14-861C-2F8419431B66}">
      <dsp:nvSpPr>
        <dsp:cNvPr id="0" name=""/>
        <dsp:cNvSpPr/>
      </dsp:nvSpPr>
      <dsp:spPr>
        <a:xfrm>
          <a:off x="3913085" y="1133905"/>
          <a:ext cx="1397530" cy="12708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Distinct Value Collection and Distribution</a:t>
          </a:r>
        </a:p>
      </dsp:txBody>
      <dsp:txXfrm>
        <a:off x="3950308" y="1171128"/>
        <a:ext cx="1323084" cy="1196433"/>
      </dsp:txXfrm>
    </dsp:sp>
    <dsp:sp modelId="{F15FD1D3-55EA-4DA5-8512-52FB27B69F80}">
      <dsp:nvSpPr>
        <dsp:cNvPr id="0" name=""/>
        <dsp:cNvSpPr/>
      </dsp:nvSpPr>
      <dsp:spPr>
        <a:xfrm>
          <a:off x="5450369" y="1596051"/>
          <a:ext cx="296276" cy="3465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450369" y="1665368"/>
        <a:ext cx="207393" cy="207953"/>
      </dsp:txXfrm>
    </dsp:sp>
    <dsp:sp modelId="{C9FF7CEF-C3B3-402D-80FB-4D0CB174A04B}">
      <dsp:nvSpPr>
        <dsp:cNvPr id="0" name=""/>
        <dsp:cNvSpPr/>
      </dsp:nvSpPr>
      <dsp:spPr>
        <a:xfrm>
          <a:off x="5869628" y="1133905"/>
          <a:ext cx="1397530" cy="12708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IND</a:t>
          </a:r>
          <a:r>
            <a:rPr lang="en-US" sz="1600" b="1" kern="1200" baseline="0" dirty="0"/>
            <a:t> Candidate Pruning and  Distribution</a:t>
          </a:r>
          <a:endParaRPr lang="en-US" sz="1600" b="1" kern="1200" dirty="0"/>
        </a:p>
      </dsp:txBody>
      <dsp:txXfrm>
        <a:off x="5906851" y="1171128"/>
        <a:ext cx="1323084" cy="1196433"/>
      </dsp:txXfrm>
    </dsp:sp>
    <dsp:sp modelId="{4E257D6B-AFCE-448D-A9F8-5FFCBF5F7B66}">
      <dsp:nvSpPr>
        <dsp:cNvPr id="0" name=""/>
        <dsp:cNvSpPr/>
      </dsp:nvSpPr>
      <dsp:spPr>
        <a:xfrm>
          <a:off x="7406912" y="1596051"/>
          <a:ext cx="296276" cy="3465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7406912" y="1665368"/>
        <a:ext cx="207393" cy="207953"/>
      </dsp:txXfrm>
    </dsp:sp>
    <dsp:sp modelId="{3C1CDD45-E579-4460-B5BD-E8C2D1A79A7D}">
      <dsp:nvSpPr>
        <dsp:cNvPr id="0" name=""/>
        <dsp:cNvSpPr/>
      </dsp:nvSpPr>
      <dsp:spPr>
        <a:xfrm>
          <a:off x="7826171" y="1133905"/>
          <a:ext cx="1397530" cy="12708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IND Validation</a:t>
          </a:r>
        </a:p>
      </dsp:txBody>
      <dsp:txXfrm>
        <a:off x="7863394" y="1171128"/>
        <a:ext cx="1323084" cy="1196433"/>
      </dsp:txXfrm>
    </dsp:sp>
    <dsp:sp modelId="{ADE82AA2-DEBA-4A9C-BB60-0D6BBC1B089E}">
      <dsp:nvSpPr>
        <dsp:cNvPr id="0" name=""/>
        <dsp:cNvSpPr/>
      </dsp:nvSpPr>
      <dsp:spPr>
        <a:xfrm>
          <a:off x="9363455" y="1596051"/>
          <a:ext cx="296276" cy="3465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9363455" y="1665368"/>
        <a:ext cx="207393" cy="207953"/>
      </dsp:txXfrm>
    </dsp:sp>
    <dsp:sp modelId="{837FB388-A209-48E5-ADCB-6C9615197009}">
      <dsp:nvSpPr>
        <dsp:cNvPr id="0" name=""/>
        <dsp:cNvSpPr/>
      </dsp:nvSpPr>
      <dsp:spPr>
        <a:xfrm>
          <a:off x="9782714" y="1133905"/>
          <a:ext cx="1397530" cy="12708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Result Collection</a:t>
          </a:r>
        </a:p>
      </dsp:txBody>
      <dsp:txXfrm>
        <a:off x="9819937" y="1171128"/>
        <a:ext cx="1323084" cy="119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4352C-96D3-448C-BCDE-3A769438D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76" y="2733709"/>
            <a:ext cx="8655780" cy="1373070"/>
          </a:xfrm>
        </p:spPr>
        <p:txBody>
          <a:bodyPr/>
          <a:lstStyle/>
          <a:p>
            <a:r>
              <a:rPr lang="en-US" sz="3200" b="1" dirty="0"/>
              <a:t>INCLUSION DEPENDENCY DISCOVERY IN AKKA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709C6-BDF4-47DD-9174-A9F7ACF55630}"/>
              </a:ext>
            </a:extLst>
          </p:cNvPr>
          <p:cNvSpPr txBox="1"/>
          <p:nvPr/>
        </p:nvSpPr>
        <p:spPr>
          <a:xfrm>
            <a:off x="9232776" y="2733709"/>
            <a:ext cx="25567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</a:rPr>
              <a:t>GROUP: Data2K</a:t>
            </a:r>
          </a:p>
          <a:p>
            <a:endParaRPr lang="en-US" sz="2000" b="1" i="1" dirty="0">
              <a:solidFill>
                <a:schemeClr val="bg1"/>
              </a:solidFill>
            </a:endParaRPr>
          </a:p>
          <a:p>
            <a:r>
              <a:rPr lang="en-US" sz="2000" b="1" i="1" dirty="0">
                <a:solidFill>
                  <a:schemeClr val="bg1"/>
                </a:solidFill>
              </a:rPr>
              <a:t>Kledi Haxhimali</a:t>
            </a:r>
            <a:br>
              <a:rPr lang="en-US" sz="2000" b="1" i="1" dirty="0">
                <a:solidFill>
                  <a:schemeClr val="bg1"/>
                </a:solidFill>
              </a:rPr>
            </a:br>
            <a:r>
              <a:rPr lang="en-US" sz="2000" b="1" i="1" dirty="0">
                <a:solidFill>
                  <a:schemeClr val="bg1"/>
                </a:solidFill>
              </a:rPr>
              <a:t>Ksenia </a:t>
            </a:r>
            <a:r>
              <a:rPr lang="en-US" sz="2000" b="1" i="1" dirty="0" err="1">
                <a:solidFill>
                  <a:schemeClr val="bg1"/>
                </a:solidFill>
              </a:rPr>
              <a:t>Muho</a:t>
            </a:r>
            <a:endParaRPr lang="en-US" sz="2000" b="1" i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80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91C6-AE35-47A1-A008-A94CB53A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3C42C7-E543-4D18-B155-1A958751F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510533"/>
              </p:ext>
            </p:extLst>
          </p:nvPr>
        </p:nvGraphicFramePr>
        <p:xfrm>
          <a:off x="680322" y="2396971"/>
          <a:ext cx="11180245" cy="3538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199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3A45-A394-42D3-A2DD-79F1B5A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READING AND PARTITIONING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A40A0-499E-4CD5-8E8F-E23A863F6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754124"/>
            <a:ext cx="11446576" cy="359931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Input is streamed only in Dependency Miner and then sent to the workers after partitioning.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Columns are partitioned in fixed-size chunks (Column–Wise Partitioning). 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No full-table is loaded into memory.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49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CC49-2761-4042-AD74-F62986EB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753228"/>
            <a:ext cx="9969624" cy="1080938"/>
          </a:xfrm>
        </p:spPr>
        <p:txBody>
          <a:bodyPr/>
          <a:lstStyle/>
          <a:p>
            <a:r>
              <a:rPr lang="en-US" b="1" dirty="0"/>
              <a:t>DISTINCT VALUE COLLECTION +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3205B-1721-4E05-902E-4EEC7EC42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2754124"/>
            <a:ext cx="10191566" cy="359931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Column chunks are processed in parallel by workers.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Workers extract distinct value for each column.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The distinct values are sent to the Miner once reading is completed.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60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0C55-EC94-4CF8-AE9C-34D0C700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62106"/>
            <a:ext cx="10036730" cy="1080938"/>
          </a:xfrm>
        </p:spPr>
        <p:txBody>
          <a:bodyPr>
            <a:normAutofit fontScale="90000"/>
          </a:bodyPr>
          <a:lstStyle/>
          <a:p>
            <a:br>
              <a:rPr lang="en-US" sz="4000" b="1" dirty="0"/>
            </a:br>
            <a:r>
              <a:rPr lang="en-US" sz="4000" b="1" dirty="0"/>
              <a:t>IND</a:t>
            </a:r>
            <a:r>
              <a:rPr lang="en-US" sz="4000" b="1" baseline="0" dirty="0"/>
              <a:t> CANDIDATE PRUNING + DISTRIBUTION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0950E-1EF3-4BF5-8A4C-A614B13BF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523" y="2576571"/>
            <a:ext cx="11277900" cy="3599316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Dependency Miner generates IND candidates using the distinct values that it received and performs pruning before sending them to workers.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Pruning: 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1. Size-based pruning: If size(A) &gt; size(B) =&gt; Prune A </a:t>
            </a:r>
            <a:r>
              <a:rPr lang="en-US" sz="2200" b="1" dirty="0">
                <a:solidFill>
                  <a:schemeClr val="bg1"/>
                </a:solidFill>
              </a:rPr>
              <a:t>⊆ B</a:t>
            </a:r>
            <a:br>
              <a:rPr lang="en-US" sz="2000" b="1" dirty="0">
                <a:solidFill>
                  <a:schemeClr val="bg1"/>
                </a:solidFill>
              </a:rPr>
            </a:b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2. Sample-based pruning: If any sampled value of A (take a small number of values from     column A) is not part of B =&gt; Prune </a:t>
            </a:r>
            <a:r>
              <a:rPr lang="en-US" sz="1800" b="1" dirty="0">
                <a:solidFill>
                  <a:schemeClr val="bg1"/>
                </a:solidFill>
              </a:rPr>
              <a:t>A </a:t>
            </a:r>
            <a:r>
              <a:rPr lang="en-US" sz="2000" b="1" dirty="0">
                <a:solidFill>
                  <a:schemeClr val="bg1"/>
                </a:solidFill>
              </a:rPr>
              <a:t>⊆ B</a:t>
            </a:r>
            <a:br>
              <a:rPr lang="en-US" sz="2000" b="1" dirty="0">
                <a:solidFill>
                  <a:schemeClr val="bg1"/>
                </a:solidFill>
              </a:rPr>
            </a:b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3. Self-check pruning: If A and B are the same column =&gt; Prune </a:t>
            </a:r>
            <a:r>
              <a:rPr lang="en-US" sz="1800" b="1" dirty="0">
                <a:solidFill>
                  <a:schemeClr val="bg1"/>
                </a:solidFill>
              </a:rPr>
              <a:t>A </a:t>
            </a:r>
            <a:r>
              <a:rPr lang="en-US" sz="2000" b="1" dirty="0">
                <a:solidFill>
                  <a:schemeClr val="bg1"/>
                </a:solidFill>
              </a:rPr>
              <a:t>⊆ B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Once pruning is done, the remaining IND candidates are distributed to workers for validation.</a:t>
            </a:r>
          </a:p>
        </p:txBody>
      </p:sp>
    </p:spTree>
    <p:extLst>
      <p:ext uri="{BB962C8B-B14F-4D97-AF65-F5344CB8AC3E}">
        <p14:creationId xmlns:p14="http://schemas.microsoft.com/office/powerpoint/2010/main" val="1731450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29F6-F893-4387-847C-30B59C3B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35644-AD6D-4E35-9AAE-B7762D1D2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727490"/>
            <a:ext cx="10159314" cy="359931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Once the workers get the candidates, they perform the IND validation checks.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These checks are performed in parallel.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Confirmed INDs are sent back to the Miner.</a:t>
            </a:r>
          </a:p>
        </p:txBody>
      </p:sp>
    </p:spTree>
    <p:extLst>
      <p:ext uri="{BB962C8B-B14F-4D97-AF65-F5344CB8AC3E}">
        <p14:creationId xmlns:p14="http://schemas.microsoft.com/office/powerpoint/2010/main" val="3754947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5BDA-C742-4AC0-B7DF-A3CCC563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0B357-8DA6-4702-AFFF-45B20F361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816268"/>
            <a:ext cx="9613861" cy="359931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The Miner collects all results from the workers.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Final INDs are then written to the “results.txt” file.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Once all the validations are performed, the system shuts down.</a:t>
            </a:r>
          </a:p>
        </p:txBody>
      </p:sp>
    </p:spTree>
    <p:extLst>
      <p:ext uri="{BB962C8B-B14F-4D97-AF65-F5344CB8AC3E}">
        <p14:creationId xmlns:p14="http://schemas.microsoft.com/office/powerpoint/2010/main" val="240546818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{6F064F8D-EBF8-471F-A6A7-08765BC6AB65}TF6e1c0bd6-43b7-4cba-aa12-42a644606054c9b78bf9-d218b69a002d</Template>
  <TotalTime>98</TotalTime>
  <Words>296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Berlin</vt:lpstr>
      <vt:lpstr>INCLUSION DEPENDENCY DISCOVERY IN AKKA</vt:lpstr>
      <vt:lpstr>PIPELINE</vt:lpstr>
      <vt:lpstr>DATA READING AND PARTITIONING </vt:lpstr>
      <vt:lpstr>DISTINCT VALUE COLLECTION + DISTRIBUTION</vt:lpstr>
      <vt:lpstr> IND CANDIDATE PRUNING + DISTRIBUTION </vt:lpstr>
      <vt:lpstr>IND VALIDATION</vt:lpstr>
      <vt:lpstr>RESULT COLLECTION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INCLUSION DEPENDENCY DISCOVERY IN AKKA</dc:title>
  <dc:creator>kmuho31@gmail.com</dc:creator>
  <cp:lastModifiedBy>kmuho31@gmail.com</cp:lastModifiedBy>
  <cp:revision>5</cp:revision>
  <dcterms:created xsi:type="dcterms:W3CDTF">2025-12-15T17:46:26Z</dcterms:created>
  <dcterms:modified xsi:type="dcterms:W3CDTF">2025-12-15T19:25:12Z</dcterms:modified>
</cp:coreProperties>
</file>